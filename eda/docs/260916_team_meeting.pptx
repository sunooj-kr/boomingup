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2006~2008년 평균을 100으로 놓고 지수화하면 같은 척도에서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가격지수의 실제 상승률(%)이고, 세로축은 동 이름과 소속 구입니다(초록=상승, 빨강=하락). 앞 슬라이드의 '자치구별 단가'는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재건축 기대감이 반영됐을 거라는 게 자연스러운 가설이라 다음 슬라이드에서 정비사업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가로축은 정비사업 진행 단계(구역지정부터 건축심의까지), 세로축은 정비사업 대상이 아닌 일반 단지를 0%로 놓았을 때의 단가 프리미엄(%)입니다.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매매가의 선행 신호인지' 확인하려는 그래프입니다.</a:t>
            </a:r>
          </a:p>
          <a:p/>
          <a:p>
            <a:r>
              <a:t>② 뭘로 측정했나: 가로축은 '기점 분기의 전세가율'을 낮은 순서대로 5등분한 그룹(Q1~Q5), 세로축은 그 기점으로부터 1년 뒤 매매 가격지수가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변화율'만 남긴 뒤 동 간 상관행렬을 구해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유의한 관계 못 찾음  </a:t>
            </a:r>
            <a:r>
              <a:rPr sz="1050" b="0">
                <a:solidFill>
                  <a:srgbClr val="5B6B70"/>
                </a:solidFill>
                <a:latin typeface="맑은 고딕"/>
              </a:rPr>
              <a:t>정상 범위 동만 보면 r=0.009, p=0.889로 선형관계 근거 없음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