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클러스터 성향 — 이 프로젝트가 필요로 하는 '지역별 투자 상승폭' 관점</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