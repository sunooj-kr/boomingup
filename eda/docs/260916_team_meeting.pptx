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변화율의 상관행렬을 구해 계층적 클러스터링으로 6개 그룹으로 나눴습니다. 가로축은 클러스터 번호, 세로축은 그 클러스터에 속한 동 개수입니다.</a:t>
            </a:r>
          </a:p>
          <a:p/>
          <a:p>
            <a:r>
              <a:t>③ 결과가 뭐였나: 195개 동 중 167개(85%)가 5번 클러스터 하나에 몰렸습니다. 원인은 표본이 부족해서 제외된 동이 하나라도 있는 분기를 통째로 버렸기 때문에, 41개 분기 중 24개만 남고 그마저 중간에 끊겨서(2021Q3 다음이 바로 2025Q1) 신호가 제대로 안 잡힌 것으로 보입니다.</a:t>
            </a:r>
          </a:p>
          <a:p/>
          <a:p>
            <a:r>
              <a:t>④ 어떻게 해석하나: 이번 방식으로는 해석 가능한 결과를 얻지 못했습니다.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4134584" y="1895002"/>
            <a:ext cx="3922525" cy="2784530"/>
          </a:xfrm>
          <a:prstGeom prst="rect">
            <a:avLst/>
          </a:prstGeom>
        </p:spPr>
      </p:pic>
      <p:sp>
        <p:nvSpPr>
          <p:cNvPr id="6" name="TextBox 5"/>
          <p:cNvSpPr txBox="1"/>
          <p:nvPr/>
        </p:nvSpPr>
        <p:spPr>
          <a:xfrm>
            <a:off x="3352647" y="4752685"/>
            <a:ext cx="5486400" cy="201168"/>
          </a:xfrm>
          <a:prstGeom prst="rect">
            <a:avLst/>
          </a:prstGeom>
          <a:noFill/>
        </p:spPr>
        <p:txBody>
          <a:bodyPr wrap="square">
            <a:spAutoFit/>
          </a:bodyPr>
          <a:lstStyle/>
          <a:p>
            <a:pPr algn="ctr"/>
            <a:r>
              <a:rPr sz="900" b="0">
                <a:solidFill>
                  <a:srgbClr val="5B6B70"/>
                </a:solidFill>
                <a:latin typeface="맑은 고딕"/>
              </a:rPr>
              <a:t>핵심: 195개 동 중 167개가 한 클러스터에 쏠려 해석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이번 방식으로는 함께 움직이는 동 그룹을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결측 분기(표본 부족 동)를 통째로 제외해 41개 분기 중 24개만 남았고, 결과 해석이 불가능합니다. 방법론 재설계가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