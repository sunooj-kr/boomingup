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가격이 시간이 지나면서(그리고 정책·금리 같은 외부 충격에) 스스로 얼마나 민감하게 반응하는지부터 기준선으로 잡아둬야, 뒤에 나오는 지역·단지·입지 같은 다른 요소들에서 발견한 관계가 '그 요소 자체의 효과'인지 '그 시기 시장 전체가 원래 그렇게 움직이던 것뿐'인지 구분할 수 있기 때문입니다.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성향 — 이 프로젝트가 필요로 하는 '지역별 투자 상승폭' 관점</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