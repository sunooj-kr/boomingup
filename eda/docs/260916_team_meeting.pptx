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앞 슬라이드에서 설명한 '동+분기' 기점들을, 이번엔 5등분하지 않고 기점이 속한 연도별로 모았습니다. 가로축은 그 연도, 세로축은 '그 연도에 시작한 기점들만' 따로 모아 계산한 전세가율-미래상승률 상관계수입니다(즉 2024년 막대는 2024년에 시작한 기점들만으로 구한 상관계수).</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907542" y="1895002"/>
            <a:ext cx="6376609" cy="2784531"/>
          </a:xfrm>
          <a:prstGeom prst="rect">
            <a:avLst/>
          </a:prstGeom>
        </p:spPr>
      </p:pic>
      <p:sp>
        <p:nvSpPr>
          <p:cNvPr id="6" name="TextBox 5"/>
          <p:cNvSpPr txBox="1"/>
          <p:nvPr/>
        </p:nvSpPr>
        <p:spPr>
          <a:xfrm>
            <a:off x="1798167" y="4752685"/>
            <a:ext cx="859536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6005955" y="4327550"/>
            <a:ext cx="179785" cy="137871"/>
          </a:xfrm>
          <a:prstGeom prst="rect">
            <a:avLst/>
          </a:prstGeom>
        </p:spPr>
      </p:pic>
      <p:sp>
        <p:nvSpPr>
          <p:cNvPr id="8" name="TextBox 7"/>
          <p:cNvSpPr txBox="1"/>
          <p:nvPr/>
        </p:nvSpPr>
        <p:spPr>
          <a:xfrm>
            <a:off x="3718407" y="4538573"/>
            <a:ext cx="475488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4904333"/>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4904333"/>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찾음(r=0.009, p=0.889)</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