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6005955" y="4327550"/>
            <a:ext cx="179785" cy="137871"/>
          </a:xfrm>
          <a:prstGeom prst="rect">
            <a:avLst/>
          </a:prstGeom>
        </p:spPr>
      </p:pic>
      <p:sp>
        <p:nvSpPr>
          <p:cNvPr id="8" name="TextBox 7"/>
          <p:cNvSpPr txBox="1"/>
          <p:nvPr/>
        </p:nvSpPr>
        <p:spPr>
          <a:xfrm>
            <a:off x="3718407" y="4538573"/>
            <a:ext cx="4754880" cy="347472"/>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4904333"/>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4904333"/>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