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 마지막 한 줄만 예외인데, 10번 축(인구·세대수)은 이 데이터베이스에 없는 정보라 행정안전부가 공개한 공공데이터를 저희가 별도로 받아왔습니다 — 이것도 팀 데이터베이스와는 무관한 외부 자료라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어떻게 예측 모델의 feature 설계에 반영하면 좋을지, 모델 담당자가 바로 참고할 수 있게 정리하려는 슬라이드입니다.</a:t>
            </a:r>
          </a:p>
          <a:p/>
          <a:p>
            <a:r>
              <a:t>② 뭘로 측정했나: 회귀분석(별도 자료)에서 다른 요인을 통제하고도 유의했던 변수, 그리고 동 클러스터링처럼 새로 만들어볼 만한 feature 후보를 추렸습니다.</a:t>
            </a:r>
          </a:p>
          <a:p/>
          <a:p>
            <a:r>
              <a:t>③ 결과가 뭐였나: 한강조망·역세권거리·초/고등학교거리·정비사업단계·동 클러스터는 feature로 넣어볼 우선순위가 높다고 판단됩니다.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feature(입력값) 설계에 어떻게 반영하면 좋을지 정리합니다.</a:t>
            </a:r>
          </a:p>
        </p:txBody>
      </p:sp>
      <p:sp>
        <p:nvSpPr>
          <p:cNvPr id="5" name="Rounded Rectangle 4"/>
          <p:cNvSpPr/>
          <p:nvPr/>
        </p:nvSpPr>
        <p:spPr>
          <a:xfrm>
            <a:off x="457200" y="1837944"/>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