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아파트가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명목상 정상 범위(0~100%)인 동, 빨간색이 100%를 넘는 이상치 동입니다. 100%를 넘는다는 건 '정비사업 진행 중인 세대수가 전체 세대수보다 많다'는 뜻이라 계산이 이상한 값이고(원본 데이터의 두 항목이 서로 다른 범위나 시점을 집계했을 가능성), 그래서 19개 동은 이상치로 따로 분리해서 봤습니다.</a:t>
            </a:r>
          </a:p>
          <a:p/>
          <a:p>
            <a:r>
              <a:t>③ 결과가 뭐였나: 실제로는 점들이 그런 오르막 모양 없이 그냥 아무 규칙 없이 흩어져 있었습니다. 이상치를 빼고 정상 범위(0~100%)인 동만 봐도 상관계수가 0.009(거의 0, 사실상 무관)로 나왔고,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249137" y="1909632"/>
            <a:ext cx="7693420" cy="3121030"/>
          </a:xfrm>
          <a:prstGeom prst="rect">
            <a:avLst/>
          </a:prstGeom>
        </p:spPr>
      </p:pic>
      <p:sp>
        <p:nvSpPr>
          <p:cNvPr id="6" name="TextBox 5"/>
          <p:cNvSpPr txBox="1"/>
          <p:nvPr/>
        </p:nvSpPr>
        <p:spPr>
          <a:xfrm>
            <a:off x="792327" y="5103815"/>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535070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726221" y="4346204"/>
            <a:ext cx="739252" cy="566908"/>
          </a:xfrm>
          <a:prstGeom prst="rect">
            <a:avLst/>
          </a:prstGeom>
        </p:spPr>
      </p:pic>
      <p:sp>
        <p:nvSpPr>
          <p:cNvPr id="8" name="TextBox 7"/>
          <p:cNvSpPr txBox="1"/>
          <p:nvPr/>
        </p:nvSpPr>
        <p:spPr>
          <a:xfrm>
            <a:off x="3078327" y="4986263"/>
            <a:ext cx="603504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20571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20571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