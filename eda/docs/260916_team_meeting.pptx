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 목적은 하늘색 박스, 해석 시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변화율의 상관행렬을 구해 계층적 클러스터링으로 6개 그룹으로 나눴습니다. 가로축은 클러스터 번호, 세로축은 그 클러스터에 속한 동 개수입니다.</a:t>
            </a:r>
          </a:p>
          <a:p/>
          <a:p>
            <a:r>
              <a:t>③ 결과가 뭐였나: 195개 동 중 167개(85%)가 5번 클러스터 하나에 몰렸습니다. 원인은 표본이 부족해서 제외된 동이 하나라도 있는 분기를 통째로 버렸기 때문에, 41개 분기 중 24개만 남고 그마저 중간에 끊겨서(2021Q3 다음이 바로 2025Q1) 신호가 제대로 안 잡힌 것으로 보입니다.</a:t>
            </a:r>
          </a:p>
          <a:p/>
          <a:p>
            <a:r>
              <a:t>④ 어떻게 해석하나: 이번 방식으로는 해석 가능한 결과를 얻지 못했습니다.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그래프에 이벤트 시점을 표시해본 것일 뿐, 금리·계절성·다른 정책까지 통제해서 인과를 검정한 건 아닙니다. '정책 때문에 거래량이 움직였다'가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거래량이 가격보다 훨씬 크게 변한다는 건 사실이지만 원인은 이 그래프로 알 수 없습니다. 점선으로 표시한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원시거래 중앙값이라 특정 시기에 고가·저가 단지 거래가 몰리면 값이 흔들릴 수 있습니다. 구 하나를 대표하는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이 지수는 같은 동 안에서의 시점 간 변화만 비교 가능합니다. 동 간 수준(동 A가 동 B보다 비싸다는 식)을 이 지수로 직접 비교하면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지역·입지·단지규모를 따로 통제하지 않은 단순 중앙값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정비사업 단계는 '2026년 현재' 기준인데 이걸 2024·2020년 등 과거 거래에도 그대로 적용했습니다(시점 불일치). 착공 단계는 거래 46건뿐이라 표본도 작습니다.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이 그래프만으로는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지역·연식·단지를 통제하지 않은 단순 비교라, 고층 자체의 프리미엄인지 최근 지어진 고층 대단지가 원래 비싼 지역에 많은 건지는 이 데이터만으로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소형은 수요층, 대형은 희소성이 이유일 거라는 가설은 세워볼 수 있지만 이 데이터만으로 확인된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상관계수는 0.150(n=12,440)로 크지 않고, 연도별로 쪼개면 부호가 뒤집힙니다(다음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상관 0.15는 여러 해의 신호가 섞여 나온 평균일 뿐, 어느 해에나 적용되는 안정적인 관계가 아닙니다. 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명목상 정상 범위(강도≤1)만 남기면 r=0.009(p=0.889)로 통계적으로 유의한 선형관계를 확인하지 못했습니다. p값이 크다고 '관계가 없음이 증명됐다'는 뜻은 아니라, '유의한 관계를 찾지 못했다'는 정도로 읽어주세요.</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김용진 님 EDA 제안 문서(eda_filelist.md)의 관점을 반영했습니다. 선택된 5개 이벤트 전부가 ±4분기 내에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4134584" y="1895002"/>
            <a:ext cx="3922525" cy="2784530"/>
          </a:xfrm>
          <a:prstGeom prst="rect">
            <a:avLst/>
          </a:prstGeom>
        </p:spPr>
      </p:pic>
      <p:sp>
        <p:nvSpPr>
          <p:cNvPr id="6" name="TextBox 5"/>
          <p:cNvSpPr txBox="1"/>
          <p:nvPr/>
        </p:nvSpPr>
        <p:spPr>
          <a:xfrm>
            <a:off x="3352647" y="4752685"/>
            <a:ext cx="5486400" cy="201168"/>
          </a:xfrm>
          <a:prstGeom prst="rect">
            <a:avLst/>
          </a:prstGeom>
          <a:noFill/>
        </p:spPr>
        <p:txBody>
          <a:bodyPr wrap="square">
            <a:spAutoFit/>
          </a:bodyPr>
          <a:lstStyle/>
          <a:p>
            <a:pPr algn="ctr"/>
            <a:r>
              <a:rPr sz="900" b="0">
                <a:solidFill>
                  <a:srgbClr val="5B6B70"/>
                </a:solidFill>
                <a:latin typeface="맑은 고딕"/>
              </a:rPr>
              <a:t>핵심: 195개 동 중 167개가 한 클러스터에 쏠려 해석 불가</a:t>
            </a:r>
          </a:p>
        </p:txBody>
      </p:sp>
      <p:sp>
        <p:nvSpPr>
          <p:cNvPr id="7" name="Rounded Rectangle 6"/>
          <p:cNvSpPr/>
          <p:nvPr/>
        </p:nvSpPr>
        <p:spPr>
          <a:xfrm>
            <a:off x="457200" y="4999573"/>
            <a:ext cx="11277295" cy="777240"/>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해석 가능한 결과를 얻지 못했습니다.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전체 231개 동 상관계수는 -0.108(p=0.10, 유의하지 않음)이고, 보광동 하나를 빼면 -0.001로 사실상 관계가 사라집니다.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11277295"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해석 시 주의할 점</a:t>
            </a:r>
          </a:p>
          <a:p>
            <a:pPr algn="l">
              <a:lnSpc>
                <a:spcPct val="130000"/>
              </a:lnSpc>
            </a:pPr>
            <a:r>
              <a:rPr sz="1050" b="0">
                <a:solidFill>
                  <a:srgbClr val="002632"/>
                </a:solidFill>
                <a:latin typeface="맑은 고딕"/>
              </a:rPr>
              <a:t>'인구가 줄면 가격이 오른다'는 231개 동 전체의 일반적 관계는 근거가 없습니다(보광동 제외 시 r=-0.001). 보광동의 인구 급감 원인(정비사업 이주 추정)도 데이터로 검증된 게 아니라 추측입니다.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