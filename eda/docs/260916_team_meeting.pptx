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클러스터가 단순히 통계적으로만 나뉜 게 아니라, 실제로 가격대·입지 특성이 뚜렷하게 다른 '유형'으로 구분된다는 뜻입니다.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계산은 3단계입니다 — ① 최근 4개 분기 각각의 '그 그룹이 서울 평균보다 더/덜 움직인 정도'를 가져옵니다(예: 6번 그룹은 2025Q3 +2.50%p, 2025Q4 +2.19%p, 2026Q1 +4.11%p, 2026Q2 -1.97%p). ② 이 4개 값을 그냥 더합니다(평균이 아니라 합입니다 — 이 값들이 로그(log) 단위라서, 로그 값은 더하기만 해도 '누적'이 되는 성질이 있습니다). ③ 이 로그 합계를 사람이 읽기 편한 %로 바꿉니다. 이때 단순히 100을 곱하면 안 되고 '100×(exp(합계)-1)' 공식을 써야 정확한 %가 나옵니다(회귀분석에서 표준화 효과를 %로 바꿀 때와 같은 이유입니다). 6번 그룹 예시로 계산하면 4개 값의 합이 약 0.068이고, 이를 위 공식에 넣으면 +7.08%가 나와서 표의 값과 일치합니다. 그림은 가로축이 가격 수준(앞 슬라이드 표의 '성향'), 세로축이 이렇게 계산한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 원래 세운 가설은 '인구가 줄면 수요가 줄어서 가격도 내린다'는, 상식적으로 자연스러운 방향(인구감소→가격하락)이었습니다.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 앞 슬라이드에서 말씀드렸듯 원래 가설은 반대 방향(인구감소→가격하락)이었는데, 상관계수를 직접 계산해보니 부호가 그 반대로 나와서 이 슬라이드에서 그 반대 방향이 진짜인지 자세히 들여다봤습니다.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-0.108입니다. 이 값의 부호(음수)가 뜻하는 건 '인구가 늘어난 동네일수록 가격은 상대적으로 덜 올랐다' — 거꾸로 말하면 '인구가 줄어든 동네일수록 가격이 더 올랐다'는 방향입니다. 다만 크기가 -0.108로 매우 약하고, p값이 0.10로 통계적으로 유의하지 않습니다(관례상 p&lt;0.05여야 '유의하다'고 봅니다). 게다가 보광동 하나를 빼고 나머지 230개 동만 다시 계산하면 상관계수가 -0.0014로 거의 0으로 사라집니다.</a:t>
            </a:r>
          </a:p>
          <a:p/>
          <a:p>
            <a:r>
              <a:t>④ 어떻게 해석하나: 이 '반대 방향처럼 보였던 패턴'은 전체 동네의 일반적인 경향이 아니라, 보광동이라는 특정 사례 하나가 만든 그림이었습니다. 즉 처음 세운 가설(인구감소→가격하락)이 틀렸다고 증명된 것도 아니고, 그 반대 가설(인구감소→가격상승)이 맞다고 증명된 것도 아닙니다 — '이 데이터로는 인구 변화와 가격 사이에 일반적인 관계를 찾을 수 없다'가 정확한 결론입니다.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6개를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 (원래 가설: 인구가 줄어든 동네라서 가격도 내렸을 것이다)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가설(인구감소→가격하락)을 검증하기 위해 실제 상관계수를 계산합니다 — 계산해보니 부호가 반대로(인구감소↔가격상승 방향) 나와서, 이게 진짜인지 확인합니다.</a:t>
            </a:r>
          </a:p>
        </p:txBody>
      </p:sp>
      <p:pic>
        <p:nvPicPr>
          <p:cNvPr id="5" name="Picture 4" descr="10_population_vs_price.png"/>
          <p:cNvPicPr>
            <a:picLocks noChangeAspect="1"/>
          </p:cNvPicPr>
          <p:nvPr/>
        </p:nvPicPr>
        <p:blipFill>
          <a:blip r:embed="rId2"/>
          <a:stretch>
            <a:fillRect/>
          </a:stretch>
        </p:blipFill>
        <p:spPr>
          <a:xfrm>
            <a:off x="4024206" y="1979858"/>
            <a:ext cx="4143282" cy="3053730"/>
          </a:xfrm>
          <a:prstGeom prst="rect">
            <a:avLst/>
          </a:prstGeom>
        </p:spPr>
      </p:pic>
      <p:sp>
        <p:nvSpPr>
          <p:cNvPr id="6" name="TextBox 5"/>
          <p:cNvSpPr txBox="1"/>
          <p:nvPr/>
        </p:nvSpPr>
        <p:spPr>
          <a:xfrm>
            <a:off x="1249527" y="5106741"/>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36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3629"/>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-0.108(음수 부호는 '인구가 늘수록 가격은 덜 올랐다', 즉 '인구가 줄수록 가격이 더 올랐다'는 방향입니다. p=0.10로 유의하지 않고), 보광동 하나를 빼면 -0.001로 사실상 사라집니다.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334670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15798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0.048,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찾음(r=0.048, p=0.434)</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